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90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07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9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19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62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49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7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507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500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74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17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271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520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4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Storytelling &amp; Hypothesis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Superstore Sales Analysis</a:t>
            </a:r>
          </a:p>
          <a:p>
            <a:r>
              <a:t>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 analyze sales data and identify key business insights</a:t>
            </a:r>
          </a:p>
          <a:p>
            <a:r>
              <a:t>to improve decision-making.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Superstore Sales Dataset</a:t>
            </a:r>
          </a:p>
          <a:p>
            <a:endParaRPr/>
          </a:p>
          <a:p>
            <a:r>
              <a:t>Includes:</a:t>
            </a:r>
          </a:p>
          <a:p>
            <a:r>
              <a:t>- Customer details</a:t>
            </a:r>
          </a:p>
          <a:p>
            <a:r>
              <a:t>- Product categories</a:t>
            </a:r>
          </a:p>
          <a:p>
            <a:r>
              <a:t>- Regions</a:t>
            </a:r>
          </a:p>
          <a:p>
            <a:r>
              <a:t>- Sales data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 performance varies across regions and categories,</a:t>
            </a:r>
          </a:p>
          <a:p>
            <a:r>
              <a:t>making it difficult to identify growth areas.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H0: No difference in sales between regions</a:t>
            </a:r>
          </a:p>
          <a:p>
            <a:r>
              <a:t>H1: There is a difference in sales between regions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P-value: 0.34</a:t>
            </a:r>
          </a:p>
          <a:p>
            <a:endParaRPr/>
          </a:p>
          <a:p>
            <a:r>
              <a:t>Result:</a:t>
            </a:r>
          </a:p>
          <a:p>
            <a:r>
              <a:t>Not statistically significant (p &gt; 0.05)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Region does not significantly impact sales.</a:t>
            </a:r>
          </a:p>
          <a:p>
            <a:r>
              <a:t>Focus should be on other factors like category or segment.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Focus on high-performing categories</a:t>
            </a:r>
          </a:p>
          <a:p>
            <a:r>
              <a:t>- Improve low-performing segments</a:t>
            </a:r>
          </a:p>
          <a:p>
            <a:r>
              <a:t>- Analyze customer behavior deeper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Data analyzed successfully</a:t>
            </a:r>
          </a:p>
          <a:p>
            <a:r>
              <a:t>- Insights generated</a:t>
            </a:r>
          </a:p>
          <a:p>
            <a:r>
              <a:t>- Hypothesis tested</a:t>
            </a:r>
          </a:p>
          <a:p>
            <a:r>
              <a:t>- Business recommendations provided</a:t>
            </a:r>
          </a:p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144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Data Storytelling &amp; Hypothesis Testing</vt:lpstr>
      <vt:lpstr>Objective</vt:lpstr>
      <vt:lpstr>Dataset Overview</vt:lpstr>
      <vt:lpstr>Problem Statement</vt:lpstr>
      <vt:lpstr>Hypothesis</vt:lpstr>
      <vt:lpstr>Hypothesis Result</vt:lpstr>
      <vt:lpstr>Business Insight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RISHABH GAKRE</cp:lastModifiedBy>
  <cp:revision>2</cp:revision>
  <dcterms:created xsi:type="dcterms:W3CDTF">2013-01-27T09:14:16Z</dcterms:created>
  <dcterms:modified xsi:type="dcterms:W3CDTF">2026-04-17T15:06:33Z</dcterms:modified>
  <cp:category/>
</cp:coreProperties>
</file>